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743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EEG 通道缩减实验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128 → 32 → 8 通道: CBraMod vs EEGNet 性能权衡分析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Motor Imagery — 单指级运动想象解码  |  21 被试  |  BioSemi 128 EEG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2026-02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研究动机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Why reduce EEG channels?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高密度 EEG 设备 (128ch) 昂贵、准备时间长、不适合日常使用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商用 BCI 设备通常仅 8-32 通道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核心问题: 在保持解码性能的前提下，最少需要多少通道？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附加问题: 通道选择策略 — 手工选择 vs 数据驱动？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114800"/>
            <a:ext cx="2011680" cy="1371600"/>
          </a:xfrm>
          <a:prstGeom prst="round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128 通道</a:t>
            </a:r>
          </a:p>
          <a:p>
            <a:pPr algn="ctr">
              <a:defRPr sz="140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研究级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114800"/>
            <a:ext cx="2011680" cy="1371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32 通道</a:t>
            </a:r>
          </a:p>
          <a:p>
            <a:pPr algn="ctr">
              <a:defRPr sz="140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商用级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114800"/>
            <a:ext cx="2011680" cy="13716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8 通道</a:t>
            </a:r>
          </a:p>
          <a:p>
            <a:pPr algn="ctr">
              <a:defRPr sz="140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消费级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44805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4805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实验设计概览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实验管线 (Pipeline)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1. Cross-Subject 预训练 (21 被试, Leave-One-Out 评估)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2. Transfer Learning (预训练 → 个体微调)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3. 6 种 32ch 配置对比 → 最优配置全量实验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128016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CBraMod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EEGNet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类型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预训练基座模型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传统 CNN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参数量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~4.0M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~2.5K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采样率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200 Hz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100 Hz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滤波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0.3-75 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4-40 Hz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840480"/>
          <a:ext cx="10972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任务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描述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随机基线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Binary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拇指 vs 小指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2 类运动想象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Ternary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拇指 vs 中指 vs 小指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3 类运动想象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33.3%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通道配置: 2 种手工选择 (motor_cortex, commercial) + 4 种数据驱动 (FDR, CSP, Attention, Band Power)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128 通道基线结果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Full BioSemi 128 — Cross-Subject CBraMod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515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任务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Cross-Subject (Mean±Std)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Median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Min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Max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被试数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Binary (拇指 vs 小指)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90.27 ± 8.88%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93.12%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66.25%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99.38%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Ternary (3 指)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75.42 ± 13.27%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77.50%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43.75%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93.75%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21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2004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CBraMod 基座模型在全通道下表现优异: Binary 90.27%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Ternary 相比 Binary 下降 ~15pp — 三指解码显著更难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被试间差异大 (S20: 66.25%, S19: 99.38%) — 反映 EEG 个体差异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此为后续通道缩减实验的对照基线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32ch 通道选择策略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6 configurations compared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配置名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类型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特点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motor_cortex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Hand-picked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C3/Cz/C4 + SMA + premotor 密集覆盖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基于运动皮层先验知识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commercial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Hand-picked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 10-20 布局 (Fp1, F3, Fz, C3, Cz...)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模拟商用 32ch EEG 帽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FDR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Data-driven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Fisher Discriminant Ratio 通道排序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纯统计,无需模型,极快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Data-driven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Common Spatial Patterns 权重排序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考虑空间滤波器权重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Attention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Data-driven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EEGNet 权重 + CBraMod 梯度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结合两模型的通道注意力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Band 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Data-driven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Mu(8-13Hz) + Beta(13-30Hz) ANOVA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基于运动相关频段能量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FDR 公式: FDR_ch = (μ₁ - μ₂)² / (σ₁² + σ₂²)  — 类间距离 / 类内散度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32ch 6 配置对比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39160" y="2286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Cross-Subject Binary — CBraMod + EEGNet</a:t>
            </a:r>
          </a:p>
        </p:txBody>
      </p:sp>
      <p:pic>
        <p:nvPicPr>
          <p:cNvPr id="5" name="Picture 4" descr="20260222_1324_32ch_config_comparison_imagery_bin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265" y="640080"/>
            <a:ext cx="8204835" cy="6140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32ch 配置排名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Binary Cross-Subject — 综合排名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配置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类型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CBraMod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EEGNet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综合均值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Attention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Data-driven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87.02%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70.42%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78.72%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FDR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Data-driven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88.10%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67.53%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77.81%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Band Power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Data-driven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85.51%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67.17%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76.34%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Data-driven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85.54%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66.52%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76.03%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Commercial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Hand-picked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86.31%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64.40%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75.36%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Motor Cortex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Hand-picked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82.02%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63.12%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72.57%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数据驱动方法全面优于手工选择 — 4 个 data-driven 均排在 hand-picked 之前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CBraMod 最优: FDR (88.10%), 仅比 128ch 基线低 2.17%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FDR 为最简单的统计方法，无需模型，但在 CBraMod 上排名第一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32ch FDR: Binary 全管线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Cross-Subject → Transfer Learning (CBraMod)</a:t>
            </a:r>
          </a:p>
        </p:txBody>
      </p:sp>
      <p:pic>
        <p:nvPicPr>
          <p:cNvPr id="5" name="Picture 4" descr="20260221_0445_transfer_combined_imagery_bin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6858000" cy="506138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79" y="137160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Mean Accuracy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vs 128ch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Cross-Subject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88.10%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-2.17%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Transfer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88.90%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-1.37%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128ch 基线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90.27%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32004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75% 通道削减 → 仅 2.17% 准确率损失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Transfer 微调额外恢复 +0.80%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低表现被试受益最大 (S05: +9.38%)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训练时间减半 (~44min vs ~85min)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32ch FDR: Ternary 全管线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Cross-Subject → Transfer Learning (CBraMod, 3-class)</a:t>
            </a:r>
          </a:p>
        </p:txBody>
      </p:sp>
      <p:pic>
        <p:nvPicPr>
          <p:cNvPr id="5" name="Picture 4" descr="20260221_1042_transfer_combined_imagery_tern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6858000" cy="4992624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79" y="137160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Mean Accuracy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vs 128ch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Cross-Subject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70.79%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-4.62%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Transfer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72.68%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-2.74%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128ch 基线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75.42%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32004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Ternary 通道损失大于 Binary (-4.62% vs -2.17%)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三分类对空间分辨率更敏感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Transfer 恢复约 41% 通道削减损失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S05 ternary transfer 提升 +12.50%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8ch: 性能断崖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32→8 通道的急剧下降 (CBraMod FDR)</a:t>
            </a:r>
          </a:p>
        </p:txBody>
      </p:sp>
      <p:pic>
        <p:nvPicPr>
          <p:cNvPr id="5" name="Picture 4" descr="20260221_1319_transfer_combined_imagery_bin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88720"/>
            <a:ext cx="5760720" cy="4193804"/>
          </a:xfrm>
          <a:prstGeom prst="rect">
            <a:avLst/>
          </a:prstGeom>
        </p:spPr>
      </p:pic>
      <p:pic>
        <p:nvPicPr>
          <p:cNvPr id="6" name="Picture 5" descr="20260221_1547_transfer_combined_imagery_ter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88720"/>
            <a:ext cx="5760720" cy="419380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61135" y="5547995"/>
          <a:ext cx="91440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任务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Cross-Subject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Transfer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Transfer Δ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vs 128ch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Binary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68.33%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72.92%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+4.59%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-17.35%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Ternary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52.00%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57.26%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+5.26%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-18.16%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通道退化曲线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Channel Count vs Accuracy — CBraMod (FDR)</a:t>
            </a:r>
          </a:p>
        </p:txBody>
      </p:sp>
      <p:pic>
        <p:nvPicPr>
          <p:cNvPr id="5" name="Picture 4" descr="degradation_cur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7315200" cy="44048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371600"/>
            <a:ext cx="3474720" cy="2743200"/>
          </a:xfrm>
          <a:prstGeom prst="roundRect">
            <a:avLst/>
          </a:prstGeom>
          <a:solidFill>
            <a:srgbClr val="E8F5E9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核心发现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103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128→32ch: 仅 -1.4% (Binary Transfer)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32→8ch: -16.0% — 性能断崖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32ch 是最优权衡点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低通道数下 Transfer 效果更显著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Transfer 微调效果随通道数变化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Fewer channels → Greater benefit from individual adaptation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51559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/>
                <a:gridCol w="1502228"/>
                <a:gridCol w="1502228"/>
                <a:gridCol w="1502228"/>
                <a:gridCol w="1502228"/>
                <a:gridCol w="1502228"/>
                <a:gridCol w="1502228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通道数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Binary Cross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Binary Transfer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Δ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Ternary Cross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Ternary Transfer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Δ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128ch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90.27%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75.42%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32ch FDR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88.10%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88.90%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+0.80%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70.79%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72.68%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+1.89%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8ch FDR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68.33%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72.92%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+4.59%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52.00%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57.26%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+5.26%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8404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Transfer 微调增益随通道减少而增大: Binary +0.80% (32ch) → +4.59% (8ch)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通道越少, 跨被试模型泛化能力越弱, 个体适配价值越高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极端案例: S05 在 8ch binary 从 45.62% 跃升至 70.62% (+25.00%)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CBraMod vs EEGNet 差距也随通道减少扩大: 32ch gap 20.57pp (88.10% vs 67.53%)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注意事项与局限性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Caveats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1. 超参数并非完全控制变量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CBraMod 在低通道数下使用了更强的正则化 (8ch: dropout 0.30, weight_decay 0.10 vs 128ch: 0.15, 0.06)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EEGNet 训练超参数未随通道数变化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因此性能差异并非纯粹由通道数决定 — 包含超参数调优的影响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2. "Commercial" 配置不等于真实商用设备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数据来源仍是 BioSemi 128 研究级设备 (湿电极, 高 SNR)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真实商用设备在传感器类型 (干/湿)、阻抗、前端处理上有显著差异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本实验的 commercial 配置结果不能直接推广到实际商用 EEG 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3. 其他局限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单一数据集 (21 被试, Motor Imagery) — 结论待跨数据集验证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FDR 数据驱动选择使用了相同被试数据 — 存在潜在过拟合风险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仅测试 Motor Imagery 范式, Motor Execution 待实验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结论与展望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核心发现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32ch 是性能/硬件的最优权衡点 — Binary 仅损失 2.17%, Ternary 损失 4.62%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数据驱动通道选择全面优于手工选择 (FDR 最简单但 CBraMod 最优)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CBraMod 基座模型在低通道数下优势更显著 — 预训练知识弥补信息损失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Transfer Learning 在低通道数下效果更大 — 个体适配补偿泛化不足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8ch 存在性能断崖 (-20pp) — 极低通道数消费级 BCI 仍需突破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未来工作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  Motor Execution 范式验证</a:t>
            </a:r>
          </a:p>
          <a:p>
            <a:pPr>
              <a:spcAft>
                <a:spcPts val="600"/>
              </a:spcAft>
              <a:defRPr sz="16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  跨数据集泛化 (不同 EEG 设备/被试群体)</a:t>
            </a:r>
          </a:p>
          <a:p>
            <a:pPr>
              <a:spcAft>
                <a:spcPts val="600"/>
              </a:spcAft>
              <a:defRPr sz="16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  32ch commercial 配置全量实验 (含 Transfer)</a:t>
            </a:r>
          </a:p>
          <a:p>
            <a:pPr>
              <a:spcAft>
                <a:spcPts val="600"/>
              </a:spcAft>
              <a:defRPr sz="16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  真实商用 EEG 设备在线 BCI 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3945</Words>
  <Application>WPS Presentation</Application>
  <PresentationFormat>On-screen Show (4:3)</PresentationFormat>
  <Paragraphs>510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Bomin Zhang</cp:lastModifiedBy>
  <cp:revision>2</cp:revision>
  <dcterms:created xsi:type="dcterms:W3CDTF">2013-01-27T09:14:00Z</dcterms:created>
  <dcterms:modified xsi:type="dcterms:W3CDTF">2026-02-26T11:10:01Z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1BD373DC13CA475E906B8C93DE7455C6_12</vt:lpwstr>
  </property>
  <property fmtid="{D5CDD505-2E9C-101B-9397-08002B2CF9AE}" pid="3" name="KSOProductBuildVer">
    <vt:lpwstr>1033-12.2.0.23155</vt:lpwstr>
  </property>
</Properties>
</file>